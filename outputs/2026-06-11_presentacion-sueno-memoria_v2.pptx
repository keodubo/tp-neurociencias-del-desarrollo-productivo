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-siesta-lis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58443"/>
            <a:ext cx="5788152" cy="4341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713232"/>
            <a:ext cx="5577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Sueño y consolidacion de memoria declarativa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EE5EE"/>
                </a:solidFill>
                <a:latin typeface="Aptos"/>
              </a:rPr>
              <a:t>Informe tipo paper en formato PPTX | Neurociencias del Desarrollo Productivo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788920"/>
            <a:ext cx="1600200" cy="347472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84378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v2 - 2026-06-11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34924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EE5EE"/>
                </a:solidFill>
                <a:latin typeface="Aptos"/>
              </a:rPr>
              <a:t>Equipo: completar integrantes
Fecha de exposicion: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Resumen del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Hipotesis central: el sueño mejora la consolidacion de memoria declarativa.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274320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67712"/>
            <a:ext cx="299923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¿Dormir despues del aprendizaje mejora la retencion de palabras y definiciones?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274320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67712"/>
            <a:ext cx="299923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El sujeto en condicion sueño tuvo mayor recuerdo formal de palabras; las definiciones fueron altas en casi todos.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274320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3035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67712"/>
            <a:ext cx="299923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La hipotesis queda apoyada descriptivamente, pero no confirmada estadisticamente por n pequeño y fuentes separadas.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263B"/>
                </a:solidFill>
                <a:latin typeface="Aptos"/>
              </a:rPr>
              <a:t>Mensaje de paper: evidencia compatible, conclusion cauta.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consigna oficial; outputs/2026-06-11_resultados-memoria_v1.md.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INTRODUCCION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Introduccion teorica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sueño favorece memoria cuando su arquitectura coordina fases, ritmos y neuromodulacion.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6537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43400"/>
              </a:tblGrid>
              <a:tr h="5029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Concepto de clase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 en el TP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NREM/SWS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contexto fisiologico para consolidacion declarativa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Husos 12-15 Hz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oscilaciones N2/NREM asociadas a memoria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Ondas lentas + ripples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marco temporal para transferencia hipocampo-corteza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REM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relevante para otros tipos de memoria; no eje principal aqui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8288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63B"/>
                </a:solidFill>
                <a:latin typeface="Aptos"/>
              </a:defRPr>
            </a:pPr>
            <a:r>
              <a:t>La memoria declarativa depende de circuitos hipocampales.</a:t>
            </a:r>
          </a:p>
          <a:p>
            <a:pPr>
              <a:spcAft>
                <a:spcPts val="800"/>
              </a:spcAft>
              <a:defRPr sz="1400">
                <a:solidFill>
                  <a:srgbClr val="1B263B"/>
                </a:solidFill>
                <a:latin typeface="Aptos"/>
              </a:defRPr>
            </a:pPr>
            <a:r>
              <a:t>Dormir no solo evita interferencia: puede reactivar y reorganizar memorias.</a:t>
            </a:r>
          </a:p>
          <a:p>
            <a:pPr>
              <a:spcAft>
                <a:spcPts val="800"/>
              </a:spcAft>
              <a:defRPr sz="1400">
                <a:solidFill>
                  <a:srgbClr val="1B263B"/>
                </a:solidFill>
                <a:latin typeface="Aptos"/>
              </a:defRPr>
            </a:pPr>
            <a:r>
              <a:t>La calidad de ritmos importa mas que decir simplemente 'durmio'.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clase 3 sueño y memoria; clase 8 farmacos/husos; clase 9 EEG.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MARCO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Modelo mecanistico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Consolidacion activa: ondas lentas, husos y ripples coordinan la reactivacion.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375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242316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Hipocampo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9152"/>
            <a:ext cx="2953512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reactiva trazas recientes y secuencias de memoria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375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73152" cy="242316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9339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Oscilaciones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59152"/>
            <a:ext cx="2953512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ondas lentas corticales + husos talamocorticales + ripples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3375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73152" cy="242316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99339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Neocorteza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359152"/>
            <a:ext cx="2953512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integra y estabiliza representaciones declarativas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B263B"/>
                </a:solidFill>
                <a:latin typeface="Aptos"/>
              </a:rPr>
              <a:t>Prediccion: si el intervalo incluye sueño fisiologicamente organizado, el recuerdo posterior deberia mejorar.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clase 3; clase 8 sobre acoplamiento ondas lentas-husos-ripples.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HIPOTESIS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Hipotesis y criterio de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H1: dormir mejora la consolidacion de la tarea de palabras.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7899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8458200"/>
              </a:tblGrid>
              <a:tr h="5943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Prediccion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 esperado si H1 se apoya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Conductual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mayor recuerdo de palabra objetivo y/o definicion tras sueño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Fisiologico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registro con fases NREM y ritmos compatibles con sueño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Mecanistico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presencia esperable de SWS/N2, husos o sigma como marco teorico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aceptacion descriptiva si patron favorece sueño; no inferencia fuerte con n=1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63B"/>
                </a:solidFill>
                <a:latin typeface="Aptos"/>
              </a:rPr>
              <a:t>Criterio final: apoyada parcialmente/descriptivamente, rechazada si sueño no mejora o si no hay firma fisiologica compatible.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consigna oficial; clase 3 sueño y memoria.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METODOS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Metodos: diseño y procedencia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analisis integra conducta y fisiologia, pero no mezcla sujetos ni instrumentos.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297680"/>
              </a:tblGrid>
              <a:tr h="6172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Fuente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Restriccion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Planilla memoria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resultado conductual por sujeto/condicion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sueño n=1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OpenBCI propio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evento de no conciliacion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no se usa para estadificar sueño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BrainVision secundario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hipnograma/espectrograma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no se correlaciona directo con memoria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8463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63B"/>
                </a:solidFill>
                <a:latin typeface="Aptos"/>
              </a:rPr>
              <a:t>Regla metodologica: el EEG con sueño explica fisiologia; la planilla explica memoria. La relacion se discute teoricamente, no como correlacion sujeto-a-sujeto.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README.md, data/README.md, AGENTS.md.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METODOS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Variables y medidas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Se operacionalizo consolidacion como rendimiento posterior en la tarea de palabras.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37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60604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Variable independiente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295351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Condicion del intervalo: vigilia vs sueño.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337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73152" cy="260604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Variables dependientes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13432"/>
            <a:ext cx="295351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Palabra objetivo: forma lexical.
Definicion: contenido semantico.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83080"/>
            <a:ext cx="3337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73152" cy="260604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Variables moduladoras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313432"/>
            <a:ext cx="295351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Cronotipo, estres, cafeina, pantallas, ambiente, adaptacion al dispositivo.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63B"/>
                </a:solidFill>
                <a:latin typeface="Aptos"/>
              </a:rPr>
              <a:t>Separar palabra y definicion permite ver si el sueño se asocia mas con forma exacta o con significado.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analysis/analyze_memory.py; clases 6, 7 y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METODOS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Scoring de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Dos puntajes capturan niveles distintos de recuperacion declarativa.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937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73152" cy="242316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39111"/>
            <a:ext cx="4590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Palabra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04871"/>
            <a:ext cx="4553712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Coincidencia formal exacta tras normalizar mayusculas, acentos y signos. Mide recuperacion lexical/formal.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4937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74519"/>
            <a:ext cx="73152" cy="242316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39111"/>
            <a:ext cx="45902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Definicion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04871"/>
            <a:ext cx="4553712" cy="1801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Scoring semantico manual binario, item por item. Mide recuperacion del significado.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287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63B"/>
                </a:solidFill>
                <a:latin typeface="Aptos"/>
              </a:rPr>
              <a:t>Esto evita tratar como iguales el recuerdo de 'que significaba' y el recuerdo de 'como se llamaba'.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outputs/2026-06-11_resultados-memoria_v1.md.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Resultados conductuales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patron observado favorece al sujeto en condicion sueño en palabra objetivo.</a:t>
            </a:r>
          </a:p>
        </p:txBody>
      </p:sp>
      <p:pic>
        <p:nvPicPr>
          <p:cNvPr id="8" name="Picture 7" descr="2026-06-11_memoria_scores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82" y="1627632"/>
            <a:ext cx="10200994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data/PRACTICO LABORATORIO EQUIPO 1.xlsx; scoring reproducible en analysis/analyze_memory.py.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Decision sobre la hipotesis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H1 se apoya descriptivamente, pero no se acepta como evidencia estadistica concluyente.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6492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</a:tblGrid>
              <a:tr h="5760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Evidencia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Lectura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Palabra objetivo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Sueño 17/20; vigilia promedio 5/20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Definicion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Sueño 20/20; vigilia promedio 17.3/20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Tamaño muestral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Sueño n=1; no inferencia estadistica fuerte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Conclusion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Hipotesis apoyada parcialmente/descriptivamente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828800"/>
            <a:ext cx="36576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828800"/>
            <a:ext cx="73152" cy="260604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993392"/>
            <a:ext cx="33101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Respuesta tipo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359152"/>
            <a:ext cx="3273552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No se rechaza H1. Los datos son compatibles con H1, pero no alcanzan para aceptarla en sentido estadistico fuerte.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outputs/2026-06-11_resultados-memoria_v1.md.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METODOS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Analisis fisiologico secundario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EEG con sueño se usa para discutir mecanismos, no para correlacion sujeto-a-sujeto.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67208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09160"/>
              </a:tblGrid>
              <a:tr h="57607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Registro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Detalle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Canales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EOG I/D; F3/F4; C3/C4; P3/P4; EMGI/EMGD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Muestreo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250 Hz; 79.78 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Scoring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159 epocas de 30 s; codigos 0-3 tentativos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Marcadores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luz off 1.05 min; luz on 79.68 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Colocando-electro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9" y="1828800"/>
            <a:ext cx="3230880" cy="24231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data/S3practica.vhdr, .vmrk, .eeg; data/S3PRACTICA.txt.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RESULTADOS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Hipnograma tentativo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dataset secundario muestra una secuencia compatible con sueño NREM.</a:t>
            </a:r>
          </a:p>
        </p:txBody>
      </p:sp>
      <p:pic>
        <p:nvPicPr>
          <p:cNvPr id="8" name="Picture 7" descr="2026-06-11_eeg_hipnograma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2777"/>
            <a:ext cx="11064240" cy="38724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data/S3PRACTICA.txt + data/S3practica.vmrk. Scoring tentativo, no clinico.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RESULTADOS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Espectrograma C3/C4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La señal permite visualizar estructura tiempo-frecuencia durante el intervalo de sueño.</a:t>
            </a:r>
          </a:p>
        </p:txBody>
      </p:sp>
      <p:pic>
        <p:nvPicPr>
          <p:cNvPr id="8" name="Picture 7" descr="2026-06-11_eeg_espectrograma_c3_c4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1572768"/>
            <a:ext cx="10172700" cy="4069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Fuente: data/S3practica.eeg; filtro 0.3-35 Hz; espectrograma Hann/Welch.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HUSOS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Husos, sigma y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La correlacion husos-memoria es teoricamente relevante, pero este TP no permite estimarla directamente.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65176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Teoria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2953512" cy="202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Husos de 12-15 Hz se asocian a memoria declarativa, sobre todo acoplados a ondas lentas.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73152" cy="265176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Dato disponible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13432"/>
            <a:ext cx="2953512" cy="202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Se calculo banda sigma 12-15 Hz en C3/C4 como descriptor espectral, no detector formal de husos.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783080"/>
            <a:ext cx="3337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783080"/>
            <a:ext cx="73152" cy="265176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947672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Limite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313432"/>
            <a:ext cx="2953512" cy="202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No se calcula correlacion husos-memoria porque el EEG con sueño es secundario y no debe mezclarse con la planilla.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B263B"/>
                </a:solidFill>
                <a:latin typeface="Aptos"/>
              </a:rPr>
              <a:t>Analisis futuro: detector de husos por epoca + rendimiento del mismo sujeto/sesion.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clase 3; clase 8, seccion sueño, husos y memoria; outputs/2026-06-11_resultados-eeg_v1.md.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Ritmos EEG esperados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La interpretacion fisiologica se apoya en bandas, no solo en la etiqueta 'durmio'.</a:t>
            </a:r>
          </a:p>
        </p:txBody>
      </p:sp>
      <p:pic>
        <p:nvPicPr>
          <p:cNvPr id="8" name="Picture 7" descr="2026-06-11_eeg_ritmos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74" y="1673352"/>
            <a:ext cx="10842171" cy="3794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clase 9 EEG; clase 3 sueño/memoria.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MODULADORES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Variables externas y no conciliacion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Cronotipo, estres, cafeina y contexto pueden alterar la latencia y arquitectura del sueño.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459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023360"/>
                <a:gridCol w="4983480"/>
              </a:tblGrid>
              <a:tr h="6583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Mecanismo visto en clase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Aplicacion al caso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Cronotipo / Proceso C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fase circadiana modula propension al sueño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siesta a horario no optimo puede fallar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Proceso S / adenosina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presion homeostatica aumenta con vigilia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cafeina puede bloquear somnolencia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Estres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cortisol/NA modulan arousal y memoria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recuperatorio o nervios pueden sostener alerta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Ambiente/dispositivo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higiene y comodidad afectan dormir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laboratorio no habitual dificulta conciliacion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257800"/>
            <a:ext cx="10469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B263B"/>
                </a:solidFill>
                <a:latin typeface="Aptos"/>
              </a:rPr>
              <a:t>Estas variables explican variacion y limitaciones; no son causas personales demostradas si no fueron medidas.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clase 7 ritmos/higiene; clase 6 estres; clase 8 cafeina/farmacos.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DISCUSION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Discusion integrada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Los resultados son coherentes con consolidacion activa, con limites metodologicos claros.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743200"/>
          </a:xfrm>
          <a:prstGeom prst="rect">
            <a:avLst/>
          </a:prstGeom>
          <a:solidFill>
            <a:srgbClr val="4C6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Conducta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304495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El sujeto sueño rindio mejor en palabra objetivo; definicion fue alta en general.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73152" cy="2743200"/>
          </a:xfrm>
          <a:prstGeom prst="rect">
            <a:avLst/>
          </a:prstGeom>
          <a:solidFill>
            <a:srgbClr val="508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Fisiologia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13432"/>
            <a:ext cx="304495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El dataset secundario muestra NREM/N3 probable y ritmos analizables.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83080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83080"/>
            <a:ext cx="73152" cy="2743200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47672"/>
            <a:ext cx="30815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Teoria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13432"/>
            <a:ext cx="3044952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Ondas lentas, husos y ripples ofrecen mecanismo plausible de consolidacion.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10378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263B"/>
                </a:solidFill>
                <a:latin typeface="Aptos"/>
              </a:rPr>
              <a:t>Interpretacion: H1 esta apoyada por el patron, pero la evidencia no es confirmatoria por tamaño muestral y fuentes separadas.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outputs de memoria/EEG; clases 3, 7 y 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LIMITACIONES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Limitaciones y proximos analisis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El resultado permite discutir, no cerrar causalidad.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91640"/>
          <a:ext cx="1078991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49039"/>
                <a:gridCol w="4297680"/>
              </a:tblGrid>
              <a:tr h="630936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Limitacion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Impacto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Como mejorarlo</a:t>
                      </a:r>
                    </a:p>
                  </a:txBody>
                  <a:tcPr marL="54864" marR="54864" marT="36576" marB="36576">
                    <a:solidFill>
                      <a:srgbClr val="1B263B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Sueño n=1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no inferencia estadistica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mas sujetos por condicion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EEG secundario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sin correlacion directa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mismo sujeto: EEG + memoria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Scoring tentativo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clasificacion no clinica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clave oficial / scoring experto</a:t>
                      </a:r>
                    </a:p>
                  </a:txBody>
                  <a:tcPr marL="54864" marR="54864" marT="36576" marB="36576">
                    <a:solidFill>
                      <a:srgbClr val="F5F7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Sin detector de husos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sigma no equivale a husos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0">
                          <a:solidFill>
                            <a:srgbClr val="1B263B"/>
                          </a:solidFill>
                          <a:latin typeface="Aptos"/>
                        </a:defRPr>
                      </a:pPr>
                      <a:r>
                        <a:t>detectar densidad y acoplamiento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B263B"/>
                </a:solidFill>
                <a:latin typeface="Aptos"/>
              </a:rPr>
              <a:t>Proximo paso ideal: correlacionar densidad/acoplamiento de husos con mejora de memoria en el mismo sujeto.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criterio metodologico del TP; clase 8 husos y memoria.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616" y="256032"/>
            <a:ext cx="502920" cy="329184"/>
          </a:xfrm>
          <a:prstGeom prst="round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743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525F6F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263B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F6F"/>
                </a:solidFill>
                <a:latin typeface="Aptos"/>
              </a:rPr>
              <a:t>La hipotesis se apoya de forma descriptiva/parcial, no se confirma de forma causal fuerte.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263B"/>
                </a:solidFill>
                <a:latin typeface="Aptos"/>
              </a:defRPr>
            </a:pPr>
            <a:r>
              <a:t>Hipotesis: el sueño mejora la consolidacion de memoria declarativa.</a:t>
            </a:r>
          </a:p>
          <a:p>
            <a:pPr>
              <a:spcAft>
                <a:spcPts val="800"/>
              </a:spcAft>
              <a:defRPr sz="1650">
                <a:solidFill>
                  <a:srgbClr val="1B263B"/>
                </a:solidFill>
                <a:latin typeface="Aptos"/>
              </a:defRPr>
            </a:pPr>
            <a:r>
              <a:t>Resultado conductual: el sujeto en sueño tuvo mejor recuerdo formal de palabras.</a:t>
            </a:r>
          </a:p>
          <a:p>
            <a:pPr>
              <a:spcAft>
                <a:spcPts val="800"/>
              </a:spcAft>
              <a:defRPr sz="1650">
                <a:solidFill>
                  <a:srgbClr val="1B263B"/>
                </a:solidFill>
                <a:latin typeface="Aptos"/>
              </a:defRPr>
            </a:pPr>
            <a:r>
              <a:t>Mecanismo teorico: SWS/NREM, ondas lentas, husos y ripples pueden favorecer consolidacion.</a:t>
            </a:r>
          </a:p>
          <a:p>
            <a:pPr>
              <a:spcAft>
                <a:spcPts val="800"/>
              </a:spcAft>
              <a:defRPr sz="1650">
                <a:solidFill>
                  <a:srgbClr val="1B263B"/>
                </a:solidFill>
                <a:latin typeface="Aptos"/>
              </a:defRPr>
            </a:pPr>
            <a:r>
              <a:t>Decision: H1 queda apoyada descriptivamente; no se acepta como prueba estadistica concluyente.</a:t>
            </a:r>
          </a:p>
          <a:p>
            <a:pPr>
              <a:spcAft>
                <a:spcPts val="800"/>
              </a:spcAft>
              <a:defRPr sz="1650">
                <a:solidFill>
                  <a:srgbClr val="1B263B"/>
                </a:solidFill>
                <a:latin typeface="Aptos"/>
              </a:defRPr>
            </a:pPr>
            <a:r>
              <a:t>Variables externas ayudan a interpretar la no conciliacion y la variabilidad del sueño.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5349240"/>
            <a:ext cx="9966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5349240"/>
            <a:ext cx="73152" cy="566928"/>
          </a:xfrm>
          <a:prstGeom prst="rect">
            <a:avLst/>
          </a:prstGeom>
          <a:solidFill>
            <a:srgbClr val="CE7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5513832"/>
            <a:ext cx="9619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63B"/>
                </a:solidFill>
                <a:latin typeface="Aptos"/>
              </a:rPr>
              <a:t>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5879592"/>
            <a:ext cx="9582912" cy="-54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5F6F"/>
                </a:solidFill>
                <a:latin typeface="Aptos"/>
              </a:rPr>
              <a:t>Formato paper: evidencia, mecanismo, limites y conclusion prudente.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291072"/>
            <a:ext cx="11155680" cy="8890"/>
          </a:xfrm>
          <a:prstGeom prst="rect">
            <a:avLst/>
          </a:prstGeom>
          <a:solidFill>
            <a:srgbClr val="D2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364224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525F6F"/>
                </a:solidFill>
                <a:latin typeface="Aptos"/>
              </a:rPr>
              <a:t>Fuentes: todos los outputs generados; consigna oficial; clases teoricas locales.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